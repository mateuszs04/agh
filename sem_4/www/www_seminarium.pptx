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7" autoAdjust="0"/>
    <p:restoredTop sz="77284" autoAdjust="0"/>
  </p:normalViewPr>
  <p:slideViewPr>
    <p:cSldViewPr snapToGrid="0">
      <p:cViewPr varScale="1">
        <p:scale>
          <a:sx n="65" d="100"/>
          <a:sy n="65" d="100"/>
        </p:scale>
        <p:origin x="7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AB18C-B25A-4688-9E62-A87FFF978B0B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2DB0C-C1ED-4708-A513-41E8B832AA9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4139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col-md-3 – kolumna o szerokości </a:t>
            </a:r>
            <a:r>
              <a:rPr lang="pl-PL" b="1" dirty="0"/>
              <a:t>3 jednostek w systemie siatki</a:t>
            </a:r>
            <a:r>
              <a:rPr lang="pl-PL" dirty="0"/>
              <a:t> </a:t>
            </a:r>
            <a:r>
              <a:rPr lang="pl-PL" dirty="0" err="1"/>
              <a:t>Bootstrapa</a:t>
            </a:r>
            <a:r>
              <a:rPr lang="pl-PL" dirty="0"/>
              <a:t> na ekranach md (średnich i większych).</a:t>
            </a:r>
          </a:p>
          <a:p>
            <a:r>
              <a:rPr lang="pl-PL" dirty="0" err="1"/>
              <a:t>card</a:t>
            </a:r>
            <a:r>
              <a:rPr lang="pl-PL" dirty="0"/>
              <a:t> – klasa </a:t>
            </a:r>
            <a:r>
              <a:rPr lang="pl-PL" dirty="0" err="1"/>
              <a:t>Bootstrapa</a:t>
            </a:r>
            <a:r>
              <a:rPr lang="pl-PL" dirty="0"/>
              <a:t> do stylizacji </a:t>
            </a:r>
            <a:r>
              <a:rPr lang="pl-PL" b="1" dirty="0"/>
              <a:t>kart</a:t>
            </a:r>
            <a:r>
              <a:rPr lang="pl-PL" dirty="0"/>
              <a:t> (domyślnie zawiera cień i zaokrąglone rogi). </a:t>
            </a:r>
          </a:p>
          <a:p>
            <a:r>
              <a:rPr lang="pl-PL" dirty="0"/>
              <a:t>p-3 – </a:t>
            </a:r>
            <a:r>
              <a:rPr lang="pl-PL" b="1" dirty="0" err="1"/>
              <a:t>padding</a:t>
            </a:r>
            <a:r>
              <a:rPr lang="pl-PL" dirty="0"/>
              <a:t> wewnątrz karty o wartości </a:t>
            </a:r>
            <a:r>
              <a:rPr lang="pl-PL" b="1" dirty="0"/>
              <a:t>3 jednostki </a:t>
            </a:r>
            <a:r>
              <a:rPr lang="pl-PL" b="1" dirty="0" err="1"/>
              <a:t>Bootstrapa</a:t>
            </a:r>
            <a:r>
              <a:rPr lang="pl-PL" dirty="0"/>
              <a:t>.</a:t>
            </a:r>
          </a:p>
          <a:p>
            <a:r>
              <a:rPr lang="pl-PL" dirty="0" err="1"/>
              <a:t>fade</a:t>
            </a:r>
            <a:r>
              <a:rPr lang="pl-PL" dirty="0"/>
              <a:t>-in – klasa dodawana do </a:t>
            </a:r>
            <a:r>
              <a:rPr lang="pl-PL" b="1" dirty="0"/>
              <a:t>animacji stopniowego pojawiania się</a:t>
            </a:r>
            <a:r>
              <a:rPr lang="pl-PL" dirty="0"/>
              <a:t> (działa z JavaScript i CSS). </a:t>
            </a:r>
          </a:p>
          <a:p>
            <a:r>
              <a:rPr lang="pl-PL" dirty="0" err="1"/>
              <a:t>effect-bg</a:t>
            </a:r>
            <a:r>
              <a:rPr lang="pl-PL" dirty="0"/>
              <a:t> – klasa odpowiadająca za </a:t>
            </a:r>
            <a:r>
              <a:rPr lang="pl-PL" b="1" dirty="0"/>
              <a:t>efekt zmiany koloru tła po najechaniu kursorem</a:t>
            </a:r>
            <a:r>
              <a:rPr lang="pl-PL" dirty="0"/>
              <a:t>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2DB0C-C1ED-4708-A513-41E8B832AA90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66158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 err="1"/>
              <a:t>transition</a:t>
            </a:r>
            <a:r>
              <a:rPr lang="pl-PL" b="1" dirty="0"/>
              <a:t>: </a:t>
            </a:r>
            <a:r>
              <a:rPr lang="pl-PL" b="1" dirty="0" err="1"/>
              <a:t>all</a:t>
            </a:r>
            <a:r>
              <a:rPr lang="pl-PL" b="1" dirty="0"/>
              <a:t> 0.3s </a:t>
            </a:r>
            <a:r>
              <a:rPr lang="pl-PL" b="1" dirty="0" err="1"/>
              <a:t>ease</a:t>
            </a:r>
            <a:r>
              <a:rPr lang="pl-PL" b="1" dirty="0"/>
              <a:t>-in-out;</a:t>
            </a:r>
            <a:r>
              <a:rPr lang="pl-PL" dirty="0"/>
              <a:t> – zapewnia płynne przejście zmian stylu.</a:t>
            </a:r>
          </a:p>
          <a:p>
            <a:r>
              <a:rPr lang="pl-PL" dirty="0"/>
              <a:t> </a:t>
            </a:r>
            <a:r>
              <a:rPr lang="pl-PL" b="1" dirty="0" err="1"/>
              <a:t>box-shadow</a:t>
            </a:r>
            <a:r>
              <a:rPr lang="pl-PL" dirty="0"/>
              <a:t> – zwiększa cień karty, dając efekt „unoszenia się”. </a:t>
            </a:r>
          </a:p>
          <a:p>
            <a:r>
              <a:rPr lang="pl-PL" b="1" dirty="0" err="1"/>
              <a:t>background-color</a:t>
            </a:r>
            <a:r>
              <a:rPr lang="pl-PL" dirty="0"/>
              <a:t> – zmienia kolor tła karty na jaśniejszy. </a:t>
            </a:r>
          </a:p>
          <a:p>
            <a:r>
              <a:rPr lang="pl-PL" b="1" dirty="0" err="1"/>
              <a:t>transform</a:t>
            </a:r>
            <a:r>
              <a:rPr lang="pl-PL" b="1" dirty="0"/>
              <a:t>: </a:t>
            </a:r>
            <a:r>
              <a:rPr lang="pl-PL" b="1" dirty="0" err="1"/>
              <a:t>scale</a:t>
            </a:r>
            <a:r>
              <a:rPr lang="pl-PL" b="1" dirty="0"/>
              <a:t>(1.05);</a:t>
            </a:r>
            <a:r>
              <a:rPr lang="pl-PL" dirty="0"/>
              <a:t> – delikatnie powiększa kartę, dodając efekt interakcji.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2DB0C-C1ED-4708-A513-41E8B832AA90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4281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 err="1"/>
              <a:t>Bootstrap</a:t>
            </a:r>
            <a:r>
              <a:rPr lang="pl-PL" dirty="0"/>
              <a:t> obsługuje </a:t>
            </a:r>
            <a:r>
              <a:rPr lang="pl-PL" dirty="0" err="1"/>
              <a:t>modale</a:t>
            </a:r>
            <a:r>
              <a:rPr lang="pl-PL" dirty="0"/>
              <a:t> za pomocą atrybutów </a:t>
            </a:r>
            <a:r>
              <a:rPr lang="pl-PL" b="1" dirty="0"/>
              <a:t>data-</a:t>
            </a:r>
            <a:r>
              <a:rPr lang="pl-PL" b="1" dirty="0" err="1"/>
              <a:t>bs</a:t>
            </a:r>
            <a:r>
              <a:rPr lang="pl-PL" b="1" dirty="0"/>
              <a:t>-</a:t>
            </a:r>
            <a:r>
              <a:rPr lang="pl-PL" b="1" dirty="0" err="1"/>
              <a:t>toggle</a:t>
            </a:r>
            <a:r>
              <a:rPr lang="pl-PL" dirty="0"/>
              <a:t> i </a:t>
            </a:r>
            <a:r>
              <a:rPr lang="pl-PL" b="1" dirty="0"/>
              <a:t>data-</a:t>
            </a:r>
            <a:r>
              <a:rPr lang="pl-PL" b="1" dirty="0" err="1"/>
              <a:t>bs</a:t>
            </a:r>
            <a:r>
              <a:rPr lang="pl-PL" b="1" dirty="0"/>
              <a:t>-target</a:t>
            </a:r>
            <a:endParaRPr lang="pl-PL" dirty="0"/>
          </a:p>
          <a:p>
            <a:endParaRPr lang="pl-PL" dirty="0"/>
          </a:p>
          <a:p>
            <a:r>
              <a:rPr lang="pl-PL" dirty="0"/>
              <a:t>data-</a:t>
            </a:r>
            <a:r>
              <a:rPr lang="pl-PL" dirty="0" err="1"/>
              <a:t>bs</a:t>
            </a:r>
            <a:r>
              <a:rPr lang="pl-PL" dirty="0"/>
              <a:t>-</a:t>
            </a:r>
            <a:r>
              <a:rPr lang="pl-PL" dirty="0" err="1"/>
              <a:t>toggle</a:t>
            </a:r>
            <a:r>
              <a:rPr lang="pl-PL" dirty="0"/>
              <a:t>="</a:t>
            </a:r>
            <a:r>
              <a:rPr lang="pl-PL" dirty="0" err="1"/>
              <a:t>modal</a:t>
            </a:r>
            <a:r>
              <a:rPr lang="pl-PL" dirty="0"/>
              <a:t>" → wskazuje, że element (przycisk) ma otwierać </a:t>
            </a:r>
            <a:r>
              <a:rPr lang="pl-PL" dirty="0" err="1"/>
              <a:t>modal</a:t>
            </a:r>
            <a:r>
              <a:rPr lang="pl-PL" dirty="0"/>
              <a:t> </a:t>
            </a:r>
          </a:p>
          <a:p>
            <a:r>
              <a:rPr lang="pl-PL" dirty="0"/>
              <a:t>data-</a:t>
            </a:r>
            <a:r>
              <a:rPr lang="pl-PL" dirty="0" err="1"/>
              <a:t>bs</a:t>
            </a:r>
            <a:r>
              <a:rPr lang="pl-PL" dirty="0"/>
              <a:t>-target="#</a:t>
            </a:r>
            <a:r>
              <a:rPr lang="pl-PL" dirty="0" err="1"/>
              <a:t>infoModal</a:t>
            </a:r>
            <a:r>
              <a:rPr lang="pl-PL" dirty="0"/>
              <a:t>" → określa ID </a:t>
            </a:r>
            <a:r>
              <a:rPr lang="pl-PL" dirty="0" err="1"/>
              <a:t>modala</a:t>
            </a:r>
            <a:r>
              <a:rPr lang="pl-PL" dirty="0"/>
              <a:t>, który ma się otworzyć </a:t>
            </a:r>
          </a:p>
          <a:p>
            <a:r>
              <a:rPr lang="pl-PL" dirty="0"/>
              <a:t>data-</a:t>
            </a:r>
            <a:r>
              <a:rPr lang="pl-PL" dirty="0" err="1"/>
              <a:t>bs</a:t>
            </a:r>
            <a:r>
              <a:rPr lang="pl-PL" dirty="0"/>
              <a:t>-</a:t>
            </a:r>
            <a:r>
              <a:rPr lang="pl-PL" dirty="0" err="1"/>
              <a:t>dismiss</a:t>
            </a:r>
            <a:r>
              <a:rPr lang="pl-PL" dirty="0"/>
              <a:t>="</a:t>
            </a:r>
            <a:r>
              <a:rPr lang="pl-PL" dirty="0" err="1"/>
              <a:t>modal</a:t>
            </a:r>
            <a:r>
              <a:rPr lang="pl-PL" dirty="0"/>
              <a:t>" → zamyka </a:t>
            </a:r>
            <a:r>
              <a:rPr lang="pl-PL" dirty="0" err="1"/>
              <a:t>modal</a:t>
            </a:r>
            <a:r>
              <a:rPr lang="pl-PL" dirty="0"/>
              <a:t> p</a:t>
            </a:r>
          </a:p>
          <a:p>
            <a:r>
              <a:rPr lang="pl-PL" dirty="0"/>
              <a:t>data-</a:t>
            </a:r>
            <a:r>
              <a:rPr lang="pl-PL" dirty="0" err="1"/>
              <a:t>bs</a:t>
            </a:r>
            <a:r>
              <a:rPr lang="pl-PL" dirty="0"/>
              <a:t>-</a:t>
            </a:r>
            <a:r>
              <a:rPr lang="pl-PL" dirty="0" err="1"/>
              <a:t>toggle</a:t>
            </a:r>
            <a:r>
              <a:rPr lang="pl-PL" dirty="0"/>
              <a:t>="</a:t>
            </a:r>
            <a:r>
              <a:rPr lang="pl-PL" dirty="0" err="1"/>
              <a:t>modal</a:t>
            </a:r>
            <a:r>
              <a:rPr lang="pl-PL" dirty="0"/>
              <a:t>" → mówi </a:t>
            </a:r>
            <a:r>
              <a:rPr lang="pl-PL" dirty="0" err="1"/>
              <a:t>Bootstrapowi</a:t>
            </a:r>
            <a:r>
              <a:rPr lang="pl-PL" dirty="0"/>
              <a:t>, że ten przycisk otwiera </a:t>
            </a:r>
            <a:r>
              <a:rPr lang="pl-PL" dirty="0" err="1"/>
              <a:t>modal</a:t>
            </a:r>
            <a:r>
              <a:rPr lang="pl-PL" dirty="0"/>
              <a:t> </a:t>
            </a:r>
          </a:p>
          <a:p>
            <a:r>
              <a:rPr lang="pl-PL" dirty="0"/>
              <a:t>data-</a:t>
            </a:r>
            <a:r>
              <a:rPr lang="pl-PL" dirty="0" err="1"/>
              <a:t>bs</a:t>
            </a:r>
            <a:r>
              <a:rPr lang="pl-PL" dirty="0"/>
              <a:t>-target="#</a:t>
            </a:r>
            <a:r>
              <a:rPr lang="pl-PL" dirty="0" err="1"/>
              <a:t>infoModal</a:t>
            </a:r>
            <a:r>
              <a:rPr lang="pl-PL" dirty="0"/>
              <a:t>" → wskazuje, który </a:t>
            </a:r>
            <a:r>
              <a:rPr lang="pl-PL" dirty="0" err="1"/>
              <a:t>modal</a:t>
            </a:r>
            <a:r>
              <a:rPr lang="pl-PL" dirty="0"/>
              <a:t> ma być otwarty (id </a:t>
            </a:r>
            <a:r>
              <a:rPr lang="pl-PL" dirty="0" err="1"/>
              <a:t>infoModal</a:t>
            </a:r>
            <a:r>
              <a:rPr lang="pl-PL" dirty="0"/>
              <a:t>)o kliknięciu w przycisk</a:t>
            </a:r>
          </a:p>
          <a:p>
            <a:endParaRPr lang="pl-PL" dirty="0"/>
          </a:p>
          <a:p>
            <a:r>
              <a:rPr lang="pl-PL" dirty="0"/>
              <a:t>Co robi ten skrypt?</a:t>
            </a:r>
          </a:p>
          <a:p>
            <a:r>
              <a:rPr lang="pl-PL" dirty="0"/>
              <a:t>Automatycznie obsługuje zdarzenia (np. otwieranie/zamykanie </a:t>
            </a:r>
            <a:r>
              <a:rPr lang="pl-PL" dirty="0" err="1"/>
              <a:t>modala</a:t>
            </a:r>
            <a:r>
              <a:rPr lang="pl-PL" dirty="0"/>
              <a:t>) </a:t>
            </a:r>
          </a:p>
          <a:p>
            <a:r>
              <a:rPr lang="pl-PL" dirty="0"/>
              <a:t>Nie trzeba pisać dodatkowego </a:t>
            </a:r>
            <a:r>
              <a:rPr lang="pl-PL" dirty="0" err="1"/>
              <a:t>JavaScriptu</a:t>
            </a:r>
            <a:r>
              <a:rPr lang="pl-PL" dirty="0"/>
              <a:t> – </a:t>
            </a:r>
            <a:r>
              <a:rPr lang="pl-PL" dirty="0" err="1"/>
              <a:t>Bootstrap</a:t>
            </a:r>
            <a:r>
              <a:rPr lang="pl-PL" dirty="0"/>
              <a:t> działa na data-</a:t>
            </a:r>
            <a:r>
              <a:rPr lang="pl-PL" dirty="0" err="1"/>
              <a:t>bs</a:t>
            </a:r>
            <a:r>
              <a:rPr lang="pl-PL" dirty="0"/>
              <a:t>-*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2DB0C-C1ED-4708-A513-41E8B832AA90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3121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class</a:t>
            </a:r>
            <a:r>
              <a:rPr lang="pl-PL" dirty="0"/>
              <a:t>="</a:t>
            </a:r>
            <a:r>
              <a:rPr lang="pl-PL" dirty="0" err="1"/>
              <a:t>modal</a:t>
            </a:r>
            <a:r>
              <a:rPr lang="pl-PL" dirty="0"/>
              <a:t> </a:t>
            </a:r>
            <a:r>
              <a:rPr lang="pl-PL" dirty="0" err="1"/>
              <a:t>fade</a:t>
            </a:r>
            <a:r>
              <a:rPr lang="pl-PL" dirty="0"/>
              <a:t>" → definiuje </a:t>
            </a:r>
            <a:r>
              <a:rPr lang="pl-PL" dirty="0" err="1"/>
              <a:t>modal</a:t>
            </a:r>
            <a:r>
              <a:rPr lang="pl-PL" dirty="0"/>
              <a:t> </a:t>
            </a:r>
            <a:r>
              <a:rPr lang="pl-PL" dirty="0" err="1"/>
              <a:t>Bootstrap</a:t>
            </a:r>
            <a:r>
              <a:rPr lang="pl-PL" dirty="0"/>
              <a:t>, </a:t>
            </a:r>
            <a:r>
              <a:rPr lang="pl-PL" dirty="0" err="1"/>
              <a:t>fade</a:t>
            </a:r>
            <a:r>
              <a:rPr lang="pl-PL" dirty="0"/>
              <a:t> dodaje efekt wygaszenia</a:t>
            </a:r>
          </a:p>
          <a:p>
            <a:r>
              <a:rPr lang="pl-PL" dirty="0" err="1"/>
              <a:t>class</a:t>
            </a:r>
            <a:r>
              <a:rPr lang="pl-PL" dirty="0"/>
              <a:t>="</a:t>
            </a:r>
            <a:r>
              <a:rPr lang="pl-PL" dirty="0" err="1"/>
              <a:t>modal</a:t>
            </a:r>
            <a:r>
              <a:rPr lang="pl-PL" dirty="0"/>
              <a:t> </a:t>
            </a:r>
            <a:r>
              <a:rPr lang="pl-PL" dirty="0" err="1"/>
              <a:t>fade</a:t>
            </a:r>
            <a:r>
              <a:rPr lang="pl-PL" dirty="0"/>
              <a:t>" → definiuje </a:t>
            </a:r>
            <a:r>
              <a:rPr lang="pl-PL" dirty="0" err="1"/>
              <a:t>modal</a:t>
            </a:r>
            <a:r>
              <a:rPr lang="pl-PL" dirty="0"/>
              <a:t> </a:t>
            </a:r>
            <a:r>
              <a:rPr lang="pl-PL" dirty="0" err="1"/>
              <a:t>Bootstrap</a:t>
            </a:r>
            <a:r>
              <a:rPr lang="pl-PL" dirty="0"/>
              <a:t>, </a:t>
            </a:r>
            <a:r>
              <a:rPr lang="pl-PL" dirty="0" err="1"/>
              <a:t>fade</a:t>
            </a:r>
            <a:r>
              <a:rPr lang="pl-PL" dirty="0"/>
              <a:t> dodaje efekt wygaszenia</a:t>
            </a:r>
          </a:p>
          <a:p>
            <a:r>
              <a:rPr lang="pl-PL" dirty="0"/>
              <a:t>data-</a:t>
            </a:r>
            <a:r>
              <a:rPr lang="pl-PL" dirty="0" err="1"/>
              <a:t>bs</a:t>
            </a:r>
            <a:r>
              <a:rPr lang="pl-PL" dirty="0"/>
              <a:t>-</a:t>
            </a:r>
            <a:r>
              <a:rPr lang="pl-PL" dirty="0" err="1"/>
              <a:t>dismiss</a:t>
            </a:r>
            <a:r>
              <a:rPr lang="pl-PL" dirty="0"/>
              <a:t>="</a:t>
            </a:r>
            <a:r>
              <a:rPr lang="pl-PL" dirty="0" err="1"/>
              <a:t>modal</a:t>
            </a:r>
            <a:r>
              <a:rPr lang="pl-PL" dirty="0"/>
              <a:t>" → zamyka </a:t>
            </a:r>
            <a:r>
              <a:rPr lang="pl-PL" dirty="0" err="1"/>
              <a:t>modal</a:t>
            </a:r>
            <a:r>
              <a:rPr lang="pl-PL" dirty="0"/>
              <a:t> po kliknięciu przycisku</a:t>
            </a:r>
          </a:p>
          <a:p>
            <a:r>
              <a:rPr lang="pl-PL" dirty="0"/>
              <a:t>Efekty wizualne </a:t>
            </a:r>
            <a:r>
              <a:rPr lang="pl-PL" dirty="0" err="1"/>
              <a:t>Bootstrap</a:t>
            </a:r>
            <a:endParaRPr lang="pl-PL" dirty="0"/>
          </a:p>
          <a:p>
            <a:r>
              <a:rPr lang="pl-PL" dirty="0" err="1"/>
              <a:t>Bootstrap</a:t>
            </a:r>
            <a:r>
              <a:rPr lang="pl-PL" dirty="0"/>
              <a:t> dodaje </a:t>
            </a:r>
            <a:r>
              <a:rPr lang="pl-PL" b="1" dirty="0"/>
              <a:t>animację </a:t>
            </a:r>
            <a:r>
              <a:rPr lang="pl-PL" b="1" dirty="0" err="1"/>
              <a:t>fade</a:t>
            </a:r>
            <a:r>
              <a:rPr lang="pl-PL" b="1" dirty="0"/>
              <a:t>-in</a:t>
            </a:r>
            <a:r>
              <a:rPr lang="pl-PL" dirty="0"/>
              <a:t> do </a:t>
            </a:r>
            <a:r>
              <a:rPr lang="pl-PL" dirty="0" err="1"/>
              <a:t>modala</a:t>
            </a:r>
            <a:r>
              <a:rPr lang="pl-PL" dirty="0"/>
              <a:t> (</a:t>
            </a:r>
            <a:r>
              <a:rPr lang="pl-PL" dirty="0" err="1"/>
              <a:t>fade</a:t>
            </a:r>
            <a:r>
              <a:rPr lang="pl-PL" dirty="0"/>
              <a:t>)</a:t>
            </a:r>
          </a:p>
          <a:p>
            <a:r>
              <a:rPr lang="pl-PL" dirty="0"/>
              <a:t>Zapewnia </a:t>
            </a:r>
            <a:r>
              <a:rPr lang="pl-PL" b="1" dirty="0" err="1"/>
              <a:t>responsywność</a:t>
            </a:r>
            <a:r>
              <a:rPr lang="pl-PL" dirty="0"/>
              <a:t> – </a:t>
            </a:r>
            <a:r>
              <a:rPr lang="pl-PL" dirty="0" err="1"/>
              <a:t>modal</a:t>
            </a:r>
            <a:r>
              <a:rPr lang="pl-PL" dirty="0"/>
              <a:t> dostosowuje się do ekranu</a:t>
            </a:r>
          </a:p>
          <a:p>
            <a:r>
              <a:rPr lang="pl-PL" dirty="0"/>
              <a:t>Stylizacja przycisków (</a:t>
            </a:r>
            <a:r>
              <a:rPr lang="pl-PL" dirty="0" err="1"/>
              <a:t>btn</a:t>
            </a:r>
            <a:r>
              <a:rPr lang="pl-PL" dirty="0"/>
              <a:t> </a:t>
            </a:r>
            <a:r>
              <a:rPr lang="pl-PL" dirty="0" err="1"/>
              <a:t>btn-primary</a:t>
            </a:r>
            <a:r>
              <a:rPr lang="pl-PL" dirty="0"/>
              <a:t>, </a:t>
            </a:r>
            <a:r>
              <a:rPr lang="pl-PL" dirty="0" err="1"/>
              <a:t>btn-close</a:t>
            </a:r>
            <a:r>
              <a:rPr lang="pl-PL" dirty="0"/>
              <a:t>, </a:t>
            </a:r>
            <a:r>
              <a:rPr lang="pl-PL" dirty="0" err="1"/>
              <a:t>btn-secondary</a:t>
            </a:r>
            <a:r>
              <a:rPr lang="pl-PL" dirty="0"/>
              <a:t>)</a:t>
            </a:r>
          </a:p>
          <a:p>
            <a:r>
              <a:rPr lang="pl-PL" dirty="0"/>
              <a:t>Podsumowanie</a:t>
            </a:r>
          </a:p>
          <a:p>
            <a:r>
              <a:rPr lang="pl-PL" b="1" dirty="0"/>
              <a:t>Użycie data-</a:t>
            </a:r>
            <a:r>
              <a:rPr lang="pl-PL" b="1" dirty="0" err="1"/>
              <a:t>bs</a:t>
            </a:r>
            <a:r>
              <a:rPr lang="pl-PL" b="1" dirty="0"/>
              <a:t>-*</a:t>
            </a:r>
            <a:r>
              <a:rPr lang="pl-PL" dirty="0"/>
              <a:t> → bez potrzeby pisania własnego JS</a:t>
            </a:r>
          </a:p>
          <a:p>
            <a:r>
              <a:rPr lang="pl-PL" b="1" dirty="0"/>
              <a:t>Gotowe style</a:t>
            </a:r>
            <a:r>
              <a:rPr lang="pl-PL" dirty="0"/>
              <a:t> → </a:t>
            </a:r>
            <a:r>
              <a:rPr lang="pl-PL" dirty="0" err="1"/>
              <a:t>modal</a:t>
            </a:r>
            <a:r>
              <a:rPr lang="pl-PL" dirty="0"/>
              <a:t> i przyciski mają domyślną, ładną stylizację</a:t>
            </a:r>
          </a:p>
          <a:p>
            <a:r>
              <a:rPr lang="pl-PL" b="1" dirty="0"/>
              <a:t>Efekty wizualne</a:t>
            </a:r>
            <a:r>
              <a:rPr lang="pl-PL" dirty="0"/>
              <a:t> → </a:t>
            </a:r>
            <a:r>
              <a:rPr lang="pl-PL" dirty="0" err="1"/>
              <a:t>Bootstrap</a:t>
            </a:r>
            <a:r>
              <a:rPr lang="pl-PL" dirty="0"/>
              <a:t> dodaje animacje otwierania/zamykania</a:t>
            </a:r>
          </a:p>
          <a:p>
            <a:r>
              <a:rPr lang="pl-PL" b="1" dirty="0" err="1"/>
              <a:t>Responsywność</a:t>
            </a:r>
            <a:r>
              <a:rPr lang="pl-PL" dirty="0"/>
              <a:t> → </a:t>
            </a:r>
            <a:r>
              <a:rPr lang="pl-PL" dirty="0" err="1"/>
              <a:t>modal</a:t>
            </a:r>
            <a:r>
              <a:rPr lang="pl-PL" dirty="0"/>
              <a:t> dobrze działa na różnych urządzeniach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2DB0C-C1ED-4708-A513-41E8B832AA90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57971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Aby osiągnąć efekt </a:t>
            </a:r>
            <a:r>
              <a:rPr lang="pl-PL" b="1" dirty="0"/>
              <a:t>płynnego pojawiania się karty po załadowaniu strony</a:t>
            </a:r>
            <a:r>
              <a:rPr lang="pl-PL" dirty="0"/>
              <a:t>, możemy użyć </a:t>
            </a:r>
            <a:r>
              <a:rPr lang="pl-PL" b="1" dirty="0"/>
              <a:t>CSS</a:t>
            </a:r>
            <a:r>
              <a:rPr lang="pl-PL" dirty="0"/>
              <a:t> oraz </a:t>
            </a:r>
            <a:r>
              <a:rPr lang="pl-PL" b="1" dirty="0"/>
              <a:t>JavaScript</a:t>
            </a:r>
            <a:r>
              <a:rPr lang="pl-PL" dirty="0"/>
              <a:t>.</a:t>
            </a:r>
          </a:p>
          <a:p>
            <a:r>
              <a:rPr lang="pl-PL" dirty="0"/>
              <a:t>JavaScript:</a:t>
            </a:r>
          </a:p>
          <a:p>
            <a:r>
              <a:rPr lang="pl-PL" dirty="0"/>
              <a:t>Po załadowaniu strony dodajemy klasę .show do karty z opóźnieniem 300ms, co wywołuje animację.</a:t>
            </a:r>
          </a:p>
          <a:p>
            <a:r>
              <a:rPr lang="pl-PL" dirty="0"/>
              <a:t>CSS:</a:t>
            </a:r>
          </a:p>
          <a:p>
            <a:r>
              <a:rPr lang="pl-PL" dirty="0"/>
              <a:t>Karta początkowo ma </a:t>
            </a:r>
            <a:r>
              <a:rPr lang="pl-PL" dirty="0" err="1"/>
              <a:t>opacity</a:t>
            </a:r>
            <a:r>
              <a:rPr lang="pl-PL" dirty="0"/>
              <a:t>: 0 i jest lekko przesunięta w dół (</a:t>
            </a:r>
            <a:r>
              <a:rPr lang="pl-PL" dirty="0" err="1"/>
              <a:t>translateY</a:t>
            </a:r>
            <a:r>
              <a:rPr lang="pl-PL" dirty="0"/>
              <a:t>(20px)).</a:t>
            </a:r>
          </a:p>
          <a:p>
            <a:r>
              <a:rPr lang="pl-PL" dirty="0"/>
              <a:t>Po dodaniu klasy .show, </a:t>
            </a:r>
            <a:r>
              <a:rPr lang="pl-PL" dirty="0" err="1"/>
              <a:t>opacity</a:t>
            </a:r>
            <a:r>
              <a:rPr lang="pl-PL" dirty="0"/>
              <a:t> wzrasta do 1, a karta wraca na swoje miejsce.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2DB0C-C1ED-4708-A513-41E8B832AA90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7514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6E47-7D44-4FBA-B5C2-6D9942665A6B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AF990-DBE8-4580-8249-BD1E3EC9469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74911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6E47-7D44-4FBA-B5C2-6D9942665A6B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AF990-DBE8-4580-8249-BD1E3EC9469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2515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6E47-7D44-4FBA-B5C2-6D9942665A6B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AF990-DBE8-4580-8249-BD1E3EC9469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2029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6E47-7D44-4FBA-B5C2-6D9942665A6B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AF990-DBE8-4580-8249-BD1E3EC9469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1729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6E47-7D44-4FBA-B5C2-6D9942665A6B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AF990-DBE8-4580-8249-BD1E3EC9469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1541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6E47-7D44-4FBA-B5C2-6D9942665A6B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AF990-DBE8-4580-8249-BD1E3EC9469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0218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6E47-7D44-4FBA-B5C2-6D9942665A6B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AF990-DBE8-4580-8249-BD1E3EC9469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95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6E47-7D44-4FBA-B5C2-6D9942665A6B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AF990-DBE8-4580-8249-BD1E3EC9469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2030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6E47-7D44-4FBA-B5C2-6D9942665A6B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AF990-DBE8-4580-8249-BD1E3EC9469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8235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6E47-7D44-4FBA-B5C2-6D9942665A6B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AF990-DBE8-4580-8249-BD1E3EC9469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26351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B6E47-7D44-4FBA-B5C2-6D9942665A6B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AF990-DBE8-4580-8249-BD1E3EC9469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47488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DCB6E47-7D44-4FBA-B5C2-6D9942665A6B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0CAF990-DBE8-4580-8249-BD1E3EC9469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21107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C6F1FE-E8FC-3CB6-EFA8-6C000AEB6D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Stylizacja i efekty UI +</a:t>
            </a:r>
            <a:r>
              <a:rPr lang="pl-PL" dirty="0" err="1"/>
              <a:t>modal</a:t>
            </a:r>
            <a:r>
              <a:rPr lang="pl-PL" dirty="0"/>
              <a:t> </a:t>
            </a:r>
            <a:r>
              <a:rPr lang="pl-PL" dirty="0" err="1"/>
              <a:t>Bootstrap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F5DA044-1BE0-8D9D-66C2-9400702D86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Skład grupy: Mateusz Sondej, Krzysztof Zdebski, Bartosz Tochowicz, Maciej </a:t>
            </a:r>
            <a:r>
              <a:rPr lang="pl-PL" dirty="0" err="1"/>
              <a:t>Kubasiak</a:t>
            </a:r>
            <a:r>
              <a:rPr lang="pl-PL" dirty="0"/>
              <a:t>, Igor Kosakowski, Filip Mach</a:t>
            </a:r>
          </a:p>
        </p:txBody>
      </p:sp>
    </p:spTree>
    <p:extLst>
      <p:ext uri="{BB962C8B-B14F-4D97-AF65-F5344CB8AC3E}">
        <p14:creationId xmlns:p14="http://schemas.microsoft.com/office/powerpoint/2010/main" val="3929940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28D4A94-EB77-B4B8-551B-722972EF1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Stylizacja interaktywnych elementów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CD2D304-9D59-FF93-BE43-C5EFCF3AD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l-PL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Projekt kart(</a:t>
            </a:r>
            <a:r>
              <a:rPr lang="pl-PL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card</a:t>
            </a:r>
            <a:r>
              <a:rPr lang="pl-PL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l-PL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Zmiana wyglądu po najechaniu kursorem (</a:t>
            </a:r>
            <a:r>
              <a:rPr lang="pl-PL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hover</a:t>
            </a:r>
            <a:r>
              <a:rPr lang="pl-PL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l-PL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effect</a:t>
            </a:r>
            <a:r>
              <a:rPr lang="pl-PL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pl-PL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l-PL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Efekt stopniowego pojawiania się (</a:t>
            </a:r>
            <a:r>
              <a:rPr lang="pl-PL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fade</a:t>
            </a:r>
            <a:r>
              <a:rPr lang="pl-PL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-in)</a:t>
            </a:r>
            <a:endParaRPr lang="pl-PL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l-PL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Dodawanie animacji CSS i JavaScript</a:t>
            </a:r>
            <a:endParaRPr lang="pl-PL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02648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A474011-A49D-4C7A-BF41-0ACD0A269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56201BB-0F1E-922A-C1F3-DB1E41EEE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44332"/>
            <a:ext cx="3558466" cy="1645920"/>
          </a:xfrm>
        </p:spPr>
        <p:txBody>
          <a:bodyPr>
            <a:normAutofit/>
          </a:bodyPr>
          <a:lstStyle/>
          <a:p>
            <a:r>
              <a:rPr lang="pl-PL" sz="3200"/>
              <a:t>Struktura karty</a:t>
            </a:r>
          </a:p>
        </p:txBody>
      </p:sp>
      <p:pic>
        <p:nvPicPr>
          <p:cNvPr id="5" name="Symbol zastępczy zawartości 4" descr="Obraz zawierający tekst, zrzut ekranu, Czcionka, numer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6B6A7548-523E-3168-1CEF-949A193E4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687884"/>
            <a:ext cx="11164824" cy="298370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DB21C49-9644-5747-39CB-85C8ECFF6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9240" y="4440602"/>
            <a:ext cx="6007608" cy="1645920"/>
          </a:xfrm>
        </p:spPr>
        <p:txBody>
          <a:bodyPr anchor="ctr">
            <a:norm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08398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3334325-8301-12D1-C4C7-A2EF16458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Efekt hover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6920054-AF95-125E-CC58-448A48F97118}"/>
              </a:ext>
            </a:extLst>
          </p:cNvPr>
          <p:cNvSpPr txBox="1"/>
          <p:nvPr/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Stylizacja</a:t>
            </a:r>
            <a:r>
              <a:rPr lang="en-US" dirty="0"/>
              <a:t> z </a:t>
            </a:r>
            <a:r>
              <a:rPr lang="en-US" dirty="0" err="1"/>
              <a:t>wykorzystanie</a:t>
            </a:r>
            <a:r>
              <a:rPr lang="en-US" dirty="0"/>
              <a:t> </a:t>
            </a:r>
            <a:r>
              <a:rPr lang="en-US" dirty="0" err="1"/>
              <a:t>efektu</a:t>
            </a:r>
            <a:r>
              <a:rPr lang="en-US" dirty="0"/>
              <a:t> hover.</a:t>
            </a:r>
          </a:p>
        </p:txBody>
      </p:sp>
      <p:pic>
        <p:nvPicPr>
          <p:cNvPr id="10" name="Symbol zastępczy zawartości 9" descr="Obraz zawierający tekst, zrzut ekranu, Czcion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4A0144BC-74F7-5D78-C3F3-2B9026CFB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7784" y="3189506"/>
            <a:ext cx="11164824" cy="257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95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877439-FA7A-2A6F-C9A1-2F3F60DC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Otwieranie okna z dodatkowymi informacjami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9A0ADAF6-F799-E33E-9B36-DFFF24BE3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2640" y="1690688"/>
            <a:ext cx="11366719" cy="496976"/>
          </a:xfr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6FDDCE30-D752-38C1-3627-ECA8730A9297}"/>
              </a:ext>
            </a:extLst>
          </p:cNvPr>
          <p:cNvSpPr txBox="1"/>
          <p:nvPr/>
        </p:nvSpPr>
        <p:spPr>
          <a:xfrm>
            <a:off x="699247" y="2649071"/>
            <a:ext cx="10654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Bootstrap</a:t>
            </a:r>
            <a:r>
              <a:rPr lang="pl-PL" dirty="0"/>
              <a:t> obsługuje </a:t>
            </a:r>
            <a:r>
              <a:rPr lang="pl-PL" dirty="0" err="1"/>
              <a:t>modale</a:t>
            </a:r>
            <a:r>
              <a:rPr lang="pl-PL" dirty="0"/>
              <a:t> za pomocą gotowych skryptów co znacznie upraszcza ich dodawanie do strony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167C4B29-5A1A-B0DA-858E-5DAC2EA11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40" y="3415092"/>
            <a:ext cx="11745674" cy="332996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9B61224E-10A8-DA92-3FB0-9A4D7836FD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47" y="4162341"/>
            <a:ext cx="11080112" cy="38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4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0AAA9B2-50CE-2E56-DEFC-20279BA3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>
            <a:normAutofit/>
          </a:bodyPr>
          <a:lstStyle/>
          <a:p>
            <a:r>
              <a:rPr lang="pl-PL" sz="3200"/>
              <a:t>Struktura modala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0CA0BF-7966-64F6-C965-93153EA6F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640" y="641850"/>
            <a:ext cx="6053160" cy="1535865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A7B38C2E-6EEB-4A20-A2BA-0EADA64878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6847"/>
          <a:stretch/>
        </p:blipFill>
        <p:spPr>
          <a:xfrm>
            <a:off x="554416" y="2731167"/>
            <a:ext cx="11167447" cy="348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191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0D70509-5ADC-727E-CBAC-6641FB034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Efekt fade-in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869D3B4-44C1-5801-CD9B-FFFDC8393C5A}"/>
              </a:ext>
            </a:extLst>
          </p:cNvPr>
          <p:cNvSpPr txBox="1"/>
          <p:nvPr/>
        </p:nvSpPr>
        <p:spPr>
          <a:xfrm>
            <a:off x="5250106" y="586822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dirty="0"/>
          </a:p>
        </p:txBody>
      </p:sp>
      <p:pic>
        <p:nvPicPr>
          <p:cNvPr id="8" name="Obraz 7" descr="Obraz zawierający tekst, zrzut ekranu, Czcionka, oprogramowanie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7D397909-DDA3-4062-98F1-CB44E0E3DE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162" b="-55162"/>
          <a:stretch/>
        </p:blipFill>
        <p:spPr>
          <a:xfrm>
            <a:off x="6449577" y="3484986"/>
            <a:ext cx="4907271" cy="3483864"/>
          </a:xfrm>
          <a:prstGeom prst="rect">
            <a:avLst/>
          </a:prstGeom>
        </p:spPr>
      </p:pic>
      <p:pic>
        <p:nvPicPr>
          <p:cNvPr id="5" name="Symbol zastępczy zawartości 4" descr="Obraz zawierający tekst, zrzut ekranu, Czcionka, li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7F3B993-A0D9-8380-279F-569619B7E6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19342" y="3540922"/>
            <a:ext cx="5523082" cy="1148466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191CFF99-FC80-AEB4-D3BA-65046E4B411C}"/>
              </a:ext>
            </a:extLst>
          </p:cNvPr>
          <p:cNvSpPr txBox="1"/>
          <p:nvPr/>
        </p:nvSpPr>
        <p:spPr>
          <a:xfrm>
            <a:off x="618424" y="2767579"/>
            <a:ext cx="4886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Cześć w </a:t>
            </a:r>
            <a:r>
              <a:rPr lang="pl-PL" dirty="0" err="1"/>
              <a:t>javascript</a:t>
            </a:r>
            <a:r>
              <a:rPr lang="pl-PL" dirty="0"/>
              <a:t> dodająca efekt </a:t>
            </a:r>
            <a:r>
              <a:rPr lang="pl-PL" dirty="0" err="1"/>
              <a:t>fade</a:t>
            </a:r>
            <a:r>
              <a:rPr lang="pl-PL" dirty="0"/>
              <a:t>-in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A9F373B-E16E-054A-A8C6-0C8C5333245A}"/>
              </a:ext>
            </a:extLst>
          </p:cNvPr>
          <p:cNvSpPr txBox="1"/>
          <p:nvPr/>
        </p:nvSpPr>
        <p:spPr>
          <a:xfrm>
            <a:off x="6732450" y="2816942"/>
            <a:ext cx="301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Część w </a:t>
            </a:r>
            <a:r>
              <a:rPr lang="pl-PL" dirty="0" err="1"/>
              <a:t>css</a:t>
            </a:r>
            <a:r>
              <a:rPr lang="pl-PL" dirty="0"/>
              <a:t>-efekt wizualny</a:t>
            </a:r>
          </a:p>
        </p:txBody>
      </p:sp>
    </p:spTree>
    <p:extLst>
      <p:ext uri="{BB962C8B-B14F-4D97-AF65-F5344CB8AC3E}">
        <p14:creationId xmlns:p14="http://schemas.microsoft.com/office/powerpoint/2010/main" val="3104643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0F85CE-EA43-7ED2-CF29-22CD3513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Podsumowując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296310-771A-BCC7-49DA-904498682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 </a:t>
            </a:r>
            <a:r>
              <a:rPr lang="pl-PL" b="1" dirty="0"/>
              <a:t>Efekty </a:t>
            </a:r>
            <a:r>
              <a:rPr lang="pl-PL" b="1" dirty="0" err="1"/>
              <a:t>hover</a:t>
            </a:r>
            <a:r>
              <a:rPr lang="pl-PL" dirty="0"/>
              <a:t> poprawiają interaktywność UI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b="1" dirty="0"/>
              <a:t>Efekt </a:t>
            </a:r>
            <a:r>
              <a:rPr lang="pl-PL" b="1" dirty="0" err="1"/>
              <a:t>fade</a:t>
            </a:r>
            <a:r>
              <a:rPr lang="pl-PL" b="1" dirty="0"/>
              <a:t>-in</a:t>
            </a:r>
            <a:r>
              <a:rPr lang="pl-PL" dirty="0"/>
              <a:t> sprawia, że elementy wyglądają bardziej elegancko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b="1" dirty="0" err="1"/>
              <a:t>Modale</a:t>
            </a:r>
            <a:r>
              <a:rPr lang="pl-PL" dirty="0"/>
              <a:t> pozwalają wyświetlać dodatkowe informacje bez przeładowania strony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33200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otyw pakietu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Motyw pakietu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538</Words>
  <Application>Microsoft Office PowerPoint</Application>
  <PresentationFormat>Panoramiczny</PresentationFormat>
  <Paragraphs>63</Paragraphs>
  <Slides>8</Slides>
  <Notes>5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Symbol</vt:lpstr>
      <vt:lpstr>Times New Roman</vt:lpstr>
      <vt:lpstr>Office Theme</vt:lpstr>
      <vt:lpstr>Stylizacja i efekty UI +modal Bootstrap</vt:lpstr>
      <vt:lpstr>Stylizacja interaktywnych elementów </vt:lpstr>
      <vt:lpstr>Struktura karty</vt:lpstr>
      <vt:lpstr>Efekt hover</vt:lpstr>
      <vt:lpstr>Otwieranie okna z dodatkowymi informacjami</vt:lpstr>
      <vt:lpstr>Struktura modala</vt:lpstr>
      <vt:lpstr>Efekt fade-in</vt:lpstr>
      <vt:lpstr>Podsumowując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Tomasz Sondej</dc:creator>
  <cp:lastModifiedBy>Tomasz Sondej</cp:lastModifiedBy>
  <cp:revision>2</cp:revision>
  <dcterms:created xsi:type="dcterms:W3CDTF">2025-03-16T14:35:04Z</dcterms:created>
  <dcterms:modified xsi:type="dcterms:W3CDTF">2025-03-17T13:14:25Z</dcterms:modified>
</cp:coreProperties>
</file>